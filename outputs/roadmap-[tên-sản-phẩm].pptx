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0"/>
            <a:ext cx="8778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377440" cy="475488"/>
          </a:xfrm>
          <a:prstGeom prst="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🗺️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Product Roadmap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[Tên Sản Phẩm]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Kế hoạch phát triển sản phẩm · Prioritization · Timeline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Audience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Stakeholders &amp; DEV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Author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[PO Name]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Quarter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[Q / Year]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Version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📋  Mục Lục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PRODUCT ROADMAP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87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987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Vision &amp; Strategy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Product vision và business goals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55080" y="91440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914400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987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987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Now / Next / Later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Roadmap overview 3 horizons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901952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9751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Theme 1 — Acquisition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Features thu hút user mới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1901952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1901952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9751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Theme 2 — Retention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Features giữ chân user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889504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889504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9626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Theme 3 — Revenue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Features tăng doanh thu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55080" y="2889504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2889504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29626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Q1 Timeline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Chi tiết Q1 features &amp; milestones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877056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877056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9502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300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Q2 Timeline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261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Chi tiết Q2 features &amp; milestones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3877056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5080" y="3877056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9502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3232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Q3–Q4 Preview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4261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Horizon xa hơn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864608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864608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4937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430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Feature Prioritization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43000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RICE / MoSCoW scoring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55080" y="4864608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55080" y="4864608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4937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13232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Resource Allocation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32320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Team bandwidth per quarter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585216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5852160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" y="5925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43000" y="5925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Dependencies &amp; Milestones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143000" y="6236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Inter-feature dependencies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55080" y="585216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355080" y="5852160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6492240" y="5925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12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132320" y="5925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Out of Scope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132320" y="6236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Won't Do this year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01  VISION &amp; STRATEGY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430000" cy="1280160"/>
          </a:xfrm>
          <a:prstGeom prst="rect">
            <a:avLst>
              <a:gd name="adj" fmla="val 5000"/>
            </a:avLst>
          </a:prstGeom>
          <a:solidFill>
            <a:srgbClr val="25348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🔭  PRODUCT VISION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"[Vision statement — For [target users] who [need], [Product] is a [category] that [key benefit]. Unlike [alternative], our product [primary differentiator].]"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11430000" cy="841248"/>
          </a:xfrm>
          <a:prstGeom prst="rect">
            <a:avLst>
              <a:gd name="adj" fmla="val 6522"/>
            </a:avLst>
          </a:prstGeom>
          <a:solidFill>
            <a:srgbClr val="1A2566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🎯  Objective Q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2514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[Mục tiêu cấp cao cho quarter này]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11430000" cy="841248"/>
          </a:xfrm>
          <a:prstGeom prst="rect">
            <a:avLst>
              <a:gd name="adj" fmla="val 6522"/>
            </a:avLst>
          </a:prstGeom>
          <a:solidFill>
            <a:srgbClr val="1A256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KR1 — Growth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[User / MAU target]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434840"/>
            <a:ext cx="11430000" cy="841248"/>
          </a:xfrm>
          <a:prstGeom prst="rect">
            <a:avLst>
              <a:gd name="adj" fmla="val 6522"/>
            </a:avLst>
          </a:prstGeom>
          <a:solidFill>
            <a:srgbClr val="1A256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KR2 — Revenue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4526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[Revenue / GMV target]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5440680"/>
            <a:ext cx="11430000" cy="841248"/>
          </a:xfrm>
          <a:prstGeom prst="rect">
            <a:avLst>
              <a:gd name="adj" fmla="val 6522"/>
            </a:avLst>
          </a:prstGeom>
          <a:solidFill>
            <a:srgbClr val="1A2566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532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KR3 — Quality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5532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[NPS / retention / error rate target]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02  🗺️  NOW / NEXT / LATER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PRODUCT ROADMAP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749040" cy="5303520"/>
          </a:xfrm>
          <a:prstGeom prst="rect">
            <a:avLst>
              <a:gd name="adj" fmla="val 1951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3749040" cy="1005840"/>
          </a:xfrm>
          <a:prstGeom prst="rect">
            <a:avLst>
              <a:gd name="adj" fmla="val 727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(0–2 tháng)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Đã commit, sprint đang chạy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3383280" cy="731520"/>
          </a:xfrm>
          <a:prstGeom prst="rect">
            <a:avLst>
              <a:gd name="adj" fmla="val 6250"/>
            </a:avLst>
          </a:prstGeom>
          <a:solidFill>
            <a:srgbClr val="F0F4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688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[Feature A — đang build]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3383280" cy="731520"/>
          </a:xfrm>
          <a:prstGeom prst="rect">
            <a:avLst>
              <a:gd name="adj" fmla="val 6250"/>
            </a:avLst>
          </a:prstGeom>
          <a:solidFill>
            <a:srgbClr val="F0F4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37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[Feature B — gần xong]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133088"/>
            <a:ext cx="3383280" cy="731520"/>
          </a:xfrm>
          <a:prstGeom prst="rect">
            <a:avLst>
              <a:gd name="adj" fmla="val 6250"/>
            </a:avLst>
          </a:prstGeom>
          <a:solidFill>
            <a:srgbClr val="F0F4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06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[Bug fix critical]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15968" y="914400"/>
            <a:ext cx="3749040" cy="5303520"/>
          </a:xfrm>
          <a:prstGeom prst="rect">
            <a:avLst>
              <a:gd name="adj" fmla="val 1951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15968" y="914400"/>
            <a:ext cx="3749040" cy="1005840"/>
          </a:xfrm>
          <a:prstGeom prst="rect">
            <a:avLst>
              <a:gd name="adj" fmla="val 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9601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NEXT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(2–4 tháng)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53128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Đã plan, sắp bắt đầu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98848" y="2395728"/>
            <a:ext cx="3383280" cy="731520"/>
          </a:xfrm>
          <a:prstGeom prst="rect">
            <a:avLst>
              <a:gd name="adj" fmla="val 6250"/>
            </a:avLst>
          </a:prstGeom>
          <a:solidFill>
            <a:srgbClr val="F0F4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24688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[Feature C — design done]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98848" y="3264408"/>
            <a:ext cx="3383280" cy="731520"/>
          </a:xfrm>
          <a:prstGeom prst="rect">
            <a:avLst>
              <a:gd name="adj" fmla="val 6250"/>
            </a:avLst>
          </a:prstGeom>
          <a:solidFill>
            <a:srgbClr val="F0F4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337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[Feature D — estimation done]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98848" y="4133088"/>
            <a:ext cx="3383280" cy="731520"/>
          </a:xfrm>
          <a:prstGeom prst="rect">
            <a:avLst>
              <a:gd name="adj" fmla="val 6250"/>
            </a:avLst>
          </a:prstGeom>
          <a:solidFill>
            <a:srgbClr val="F0F4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4206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[Tech debt priority]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66176" y="914400"/>
            <a:ext cx="3749040" cy="5303520"/>
          </a:xfrm>
          <a:prstGeom prst="rect">
            <a:avLst>
              <a:gd name="adj" fmla="val 1951"/>
            </a:avLst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66176" y="914400"/>
            <a:ext cx="3749040" cy="1005840"/>
          </a:xfrm>
          <a:prstGeom prst="rect">
            <a:avLst>
              <a:gd name="adj" fmla="val 727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57616" y="9601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LATER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(4+ tháng)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03336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Đã identify, chưa commit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449056" y="2395728"/>
            <a:ext cx="3383280" cy="731520"/>
          </a:xfrm>
          <a:prstGeom prst="rect">
            <a:avLst>
              <a:gd name="adj" fmla="val 6250"/>
            </a:avLst>
          </a:prstGeom>
          <a:solidFill>
            <a:srgbClr val="F0F4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86216" y="24688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[Feature E — concept]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49056" y="3264408"/>
            <a:ext cx="3383280" cy="731520"/>
          </a:xfrm>
          <a:prstGeom prst="rect">
            <a:avLst>
              <a:gd name="adj" fmla="val 6250"/>
            </a:avLst>
          </a:prstGeom>
          <a:solidFill>
            <a:srgbClr val="F0F4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86216" y="3337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[Feature F — research phase]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49056" y="4133088"/>
            <a:ext cx="3383280" cy="731520"/>
          </a:xfrm>
          <a:prstGeom prst="rect">
            <a:avLst>
              <a:gd name="adj" fmla="val 6250"/>
            </a:avLst>
          </a:prstGeom>
          <a:solidFill>
            <a:srgbClr val="F0F4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86216" y="4206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[Integration X]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03  🚀  THEME 1 — ACQUISITION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PRODUCT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Features thu hút &amp; onboard user mới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11521440" cy="731520"/>
          </a:xfrm>
          <a:prstGeom prst="rect">
            <a:avLst>
              <a:gd name="adj" fmla="val 75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8016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01952" y="1280160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5152" y="128016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Business Value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79792" y="1280160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MoSCoW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77072" y="1280160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Effort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40112" y="128016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048256"/>
            <a:ext cx="1152144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121408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 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01952" y="2121408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[Mô tả feature]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5152" y="2121408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[Business value]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79792" y="2121408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77072" y="2121408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40112" y="212140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889504"/>
            <a:ext cx="1152144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96265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 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01952" y="2962656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[Mô tả feature]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45152" y="2962656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[Business value]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79792" y="2962656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77072" y="2962656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40112" y="296265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730752"/>
            <a:ext cx="1152144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803904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 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01952" y="3803904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[Mô tả feature]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5152" y="3803904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[Business value]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79792" y="3803904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77072" y="3803904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40112" y="380390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04  💎  THEME 2 — RETENTION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PRODUCT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Features giữ chân và tăng engagement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11521440" cy="731520"/>
          </a:xfrm>
          <a:prstGeom prst="rect">
            <a:avLst>
              <a:gd name="adj" fmla="val 75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8016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01952" y="1280160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5152" y="128016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Business Value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79792" y="1280160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MoSCoW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77072" y="1280160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Effort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40112" y="128016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048256"/>
            <a:ext cx="1152144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121408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 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01952" y="2121408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[Mô tả feature]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5152" y="2121408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[Business value]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79792" y="2121408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77072" y="2121408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40112" y="212140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889504"/>
            <a:ext cx="1152144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96265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 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01952" y="2962656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[Mô tả feature]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45152" y="2962656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[Business value]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79792" y="2962656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77072" y="2962656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40112" y="296265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730752"/>
            <a:ext cx="1152144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803904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 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01952" y="3803904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[Mô tả feature]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5152" y="3803904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[Business value]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79792" y="3803904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77072" y="3803904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40112" y="380390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05  💰  THEME 3 — REVENUE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PRODUCT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Features tăng doanh thu và monetization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11521440" cy="731520"/>
          </a:xfrm>
          <a:prstGeom prst="rect">
            <a:avLst>
              <a:gd name="adj" fmla="val 75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8016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01952" y="1280160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5152" y="128016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Business Value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79792" y="1280160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MoSCoW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77072" y="1280160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Effort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40112" y="128016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048256"/>
            <a:ext cx="1152144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121408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 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01952" y="2121408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[Mô tả feature]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5152" y="2121408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[Business value]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79792" y="2121408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77072" y="2121408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40112" y="212140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889504"/>
            <a:ext cx="1152144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96265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 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01952" y="2962656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[Mô tả feature]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45152" y="2962656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[Business value]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79792" y="2962656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77072" y="2962656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40112" y="296265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730752"/>
            <a:ext cx="11521440" cy="73152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803904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 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01952" y="3803904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[Mô tả feature]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5152" y="3803904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[Business value]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79792" y="3803904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77072" y="3803904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40112" y="380390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06  📅  Q1 TIMELINE &amp; MILESTONES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PRODUCT ROADMAP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3749040" cy="5303520"/>
          </a:xfrm>
          <a:prstGeom prst="rect">
            <a:avLst>
              <a:gd name="adj" fmla="val 1707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3749040" cy="594360"/>
          </a:xfrm>
          <a:prstGeom prst="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Tháng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6916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Feature 1 launch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154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Design review Sprint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52628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617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Tech debt: [area]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70248" y="914400"/>
            <a:ext cx="3749040" cy="5303520"/>
          </a:xfrm>
          <a:prstGeom prst="rect">
            <a:avLst>
              <a:gd name="adj" fmla="val 1707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70248" y="914400"/>
            <a:ext cx="3749040" cy="594360"/>
          </a:xfrm>
          <a:prstGeom prst="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914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Tháng 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07408" y="160020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0328" y="16916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Feature 3 launch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07408" y="306324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10328" y="3154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Design review Sprint 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07408" y="452628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0328" y="4617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Tech debt: [area]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20456" y="914400"/>
            <a:ext cx="3749040" cy="5303520"/>
          </a:xfrm>
          <a:prstGeom prst="rect">
            <a:avLst>
              <a:gd name="adj" fmla="val 1707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0456" y="914400"/>
            <a:ext cx="3749040" cy="594360"/>
          </a:xfrm>
          <a:prstGeom prst="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11896" y="914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Tháng 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57616" y="160020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49056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860536" y="16916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Feature 5 launch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57616" y="306324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49056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860536" y="3154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Design review Sprint 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357616" y="452628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49056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860536" y="4617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Tech debt: [area]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07  📅  Q2 TIMELINE &amp; MILESTONES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PRODUCT ROADMAP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3749040" cy="5303520"/>
          </a:xfrm>
          <a:prstGeom prst="rect">
            <a:avLst>
              <a:gd name="adj" fmla="val 1707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3749040" cy="594360"/>
          </a:xfrm>
          <a:prstGeom prst="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Tháng 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6916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Feature 7 launch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154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Design review Sprint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52628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617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Tech debt: [area]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70248" y="914400"/>
            <a:ext cx="3749040" cy="5303520"/>
          </a:xfrm>
          <a:prstGeom prst="rect">
            <a:avLst>
              <a:gd name="adj" fmla="val 1707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70248" y="914400"/>
            <a:ext cx="3749040" cy="594360"/>
          </a:xfrm>
          <a:prstGeom prst="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914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Tháng 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07408" y="160020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0328" y="16916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Feature 9 launch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07408" y="306324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10328" y="3154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Design review Sprint 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07408" y="452628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0328" y="4617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Tech debt: [area]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20456" y="914400"/>
            <a:ext cx="3749040" cy="5303520"/>
          </a:xfrm>
          <a:prstGeom prst="rect">
            <a:avLst>
              <a:gd name="adj" fmla="val 1707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0456" y="914400"/>
            <a:ext cx="3749040" cy="594360"/>
          </a:xfrm>
          <a:prstGeom prst="rect">
            <a:avLst>
              <a:gd name="adj" fmla="val 107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11896" y="914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Tháng 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57616" y="160020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49056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860536" y="16916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Feature 11 launch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57616" y="306324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49056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860536" y="31546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Design review Sprint 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357616" y="4526280"/>
            <a:ext cx="3474720" cy="1261872"/>
          </a:xfrm>
          <a:prstGeom prst="rect">
            <a:avLst>
              <a:gd name="adj" fmla="val 4348"/>
            </a:avLst>
          </a:prstGeom>
          <a:solidFill>
            <a:srgbClr val="F0F4FF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49056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860536" y="4617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Tech debt: [area]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08  🔮  Q3–Q4 PREVIEW (Horizon)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PRODUCT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Những items này chưa commit — có thể thay đổi dựa trên learnings từ Q1/Q2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760720" cy="5029200"/>
          </a:xfrm>
          <a:prstGeom prst="rect">
            <a:avLst>
              <a:gd name="adj" fmla="val 127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5760720" cy="640080"/>
          </a:xfrm>
          <a:prstGeom prst="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5394960" cy="1097280"/>
          </a:xfrm>
          <a:prstGeom prst="rect">
            <a:avLst>
              <a:gd name="adj" fmla="val 4167"/>
            </a:avLst>
          </a:prstGeom>
          <a:solidFill>
            <a:srgbClr val="F0F4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031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[Feature X — Research phase]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394960" cy="1097280"/>
          </a:xfrm>
          <a:prstGeom prst="rect">
            <a:avLst>
              <a:gd name="adj" fmla="val 4167"/>
            </a:avLst>
          </a:prstGeom>
          <a:solidFill>
            <a:srgbClr val="F0F4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74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[Feature Y — Concept]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5394960" cy="1097280"/>
          </a:xfrm>
          <a:prstGeom prst="rect">
            <a:avLst>
              <a:gd name="adj" fmla="val 4167"/>
            </a:avLst>
          </a:prstGeom>
          <a:solidFill>
            <a:srgbClr val="F0F4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846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[Integration Z — TBD]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1234440"/>
            <a:ext cx="5760720" cy="5029200"/>
          </a:xfrm>
          <a:prstGeom prst="rect">
            <a:avLst>
              <a:gd name="adj" fmla="val 1273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234440"/>
            <a:ext cx="5760720" cy="640080"/>
          </a:xfrm>
          <a:prstGeom prst="rect">
            <a:avLst>
              <a:gd name="adj" fmla="val 1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2344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37960" y="2011680"/>
            <a:ext cx="5394960" cy="1097280"/>
          </a:xfrm>
          <a:prstGeom prst="rect">
            <a:avLst>
              <a:gd name="adj" fmla="val 4167"/>
            </a:avLst>
          </a:prstGeom>
          <a:solidFill>
            <a:srgbClr val="F0F4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1031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[Feature AA — Later]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37960" y="3383280"/>
            <a:ext cx="5394960" cy="1097280"/>
          </a:xfrm>
          <a:prstGeom prst="rect">
            <a:avLst>
              <a:gd name="adj" fmla="val 4167"/>
            </a:avLst>
          </a:prstGeom>
          <a:solidFill>
            <a:srgbClr val="F0F4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474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[Feature BB — Later]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7960" y="4754880"/>
            <a:ext cx="5394960" cy="1097280"/>
          </a:xfrm>
          <a:prstGeom prst="rect">
            <a:avLst>
              <a:gd name="adj" fmla="val 4167"/>
            </a:avLst>
          </a:prstGeom>
          <a:solidFill>
            <a:srgbClr val="F0F4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846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[Platform expansion — Later]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09  ⚡  FEATURE PRIORITIZATION — RICE SCORE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PRODUCT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RICE = (Reach × Impact × Confidence) / Effort — thang 1–10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11521440" cy="5029200"/>
        </p:xfrm>
        <a:graphic>
          <a:graphicData uri="http://schemas.openxmlformats.org/drawingml/2006/table">
            <a:tbl>
              <a:tblPr/>
              <a:tblGrid>
                <a:gridCol w="3840480"/>
                <a:gridCol w="1097280"/>
                <a:gridCol w="1097280"/>
                <a:gridCol w="1005840"/>
                <a:gridCol w="1005840"/>
                <a:gridCol w="137160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Conf.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Effort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[Feature A]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12.9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🔴 P0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[Feature B]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8.9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🔴 P0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[Feature C]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6.5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🟠 P1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[Feature D]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🟡 P2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[Feature E]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🟡 P2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10  👥  RESOURCE ALLOCATION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PRODUCT ROADMAP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749040" cy="5303520"/>
          </a:xfrm>
          <a:prstGeom prst="rect">
            <a:avLst>
              <a:gd name="adj" fmla="val 170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9436" cy="5303520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960120"/>
            <a:ext cx="3749040" cy="640080"/>
          </a:xfrm>
          <a:prstGeom prst="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60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" y="1719072"/>
            <a:ext cx="3429000" cy="914400"/>
          </a:xfrm>
          <a:prstGeom prst="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1051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PO: 1 FTE — Discovery + PRD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" y="2798064"/>
            <a:ext cx="3429000" cy="914400"/>
          </a:xfrm>
          <a:prstGeom prst="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895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Design: 1 FTE — UI/UX Feature A, 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" y="3877056"/>
            <a:ext cx="3429000" cy="914400"/>
          </a:xfrm>
          <a:prstGeom prst="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6849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Dev: 3 FTE — Feature A build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" y="4956048"/>
            <a:ext cx="3429000" cy="914400"/>
          </a:xfrm>
          <a:prstGeom prst="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0474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QA: 1 FTE — Test planning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70248" y="960120"/>
            <a:ext cx="3749040" cy="5303520"/>
          </a:xfrm>
          <a:prstGeom prst="rect">
            <a:avLst>
              <a:gd name="adj" fmla="val 170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70248" y="960120"/>
            <a:ext cx="59436" cy="5303520"/>
          </a:xfrm>
          <a:prstGeom prst="rect">
            <a:avLst>
              <a:gd name="adj" fmla="val 107692"/>
            </a:avLst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4270248" y="960120"/>
            <a:ext cx="3749040" cy="640080"/>
          </a:xfrm>
          <a:prstGeom prst="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1688" y="960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434840" y="1719072"/>
            <a:ext cx="3429000" cy="914400"/>
          </a:xfrm>
          <a:prstGeom prst="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181051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PO: 1 FTE — Backlog grooming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34840" y="2798064"/>
            <a:ext cx="3429000" cy="914400"/>
          </a:xfrm>
          <a:prstGeom prst="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28895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Design: 1 FTE — Feature C, 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34840" y="3877056"/>
            <a:ext cx="3429000" cy="914400"/>
          </a:xfrm>
          <a:prstGeom prst="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44568" y="396849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Dev: 3 FTE — Feature B, 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34840" y="4956048"/>
            <a:ext cx="3429000" cy="914400"/>
          </a:xfrm>
          <a:prstGeom prst="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4568" y="50474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QA: 1 FTE — Regression + Feature 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20456" y="960120"/>
            <a:ext cx="3749040" cy="5303520"/>
          </a:xfrm>
          <a:prstGeom prst="rect">
            <a:avLst>
              <a:gd name="adj" fmla="val 1707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0456" y="960120"/>
            <a:ext cx="59436" cy="530352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0456" y="960120"/>
            <a:ext cx="3749040" cy="640080"/>
          </a:xfrm>
          <a:prstGeom prst="rect">
            <a:avLst>
              <a:gd name="adj" fmla="val 10000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11896" y="960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Q3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385048" y="1719072"/>
            <a:ext cx="3429000" cy="914400"/>
          </a:xfrm>
          <a:prstGeom prst="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94776" y="181051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PO: 0.5 FTE — Roadmap planning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85048" y="2798064"/>
            <a:ext cx="3429000" cy="914400"/>
          </a:xfrm>
          <a:prstGeom prst="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94776" y="28895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Design: 0.5 FTE — Q4 designs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85048" y="3877056"/>
            <a:ext cx="3429000" cy="914400"/>
          </a:xfrm>
          <a:prstGeom prst="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94776" y="396849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Dev: 3 FTE — Feature D, 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85048" y="4956048"/>
            <a:ext cx="3429000" cy="914400"/>
          </a:xfrm>
          <a:prstGeom prst="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94776" y="50474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761"/>
                </a:solidFill>
              </a:rPr>
              <a:t>QA: 1 FTE — Full regression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11  🔗  DEPENDENCIES &amp; MILESTONES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PRODUCT ROADMAP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960120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Feature A → Feature 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62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Feature B depends on Feature A backend API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Due: Q1 W4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1143000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57400"/>
            <a:ext cx="59436" cy="960120"/>
          </a:xfrm>
          <a:prstGeom prst="rect">
            <a:avLst>
              <a:gd name="adj" fmla="val 107692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1305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Feature C → Design System update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4597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Cần update Design System trước khi build 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0120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Due: Q1 W6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1143000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59436" cy="960120"/>
          </a:xfrm>
          <a:prstGeom prst="rect">
            <a:avLst>
              <a:gd name="adj" fmla="val 107692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2278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Payment Gateway integration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557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External partner contract cần sign trước Q2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Due: Q1 W8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251960"/>
            <a:ext cx="1143000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251960"/>
            <a:ext cx="59436" cy="96012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3251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Feature D → Feature 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6542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Feature D cần Feature B data layer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0120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Due: Q2 W2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5349240"/>
            <a:ext cx="1143000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5349240"/>
            <a:ext cx="59436" cy="960120"/>
          </a:xfrm>
          <a:prstGeom prst="rect">
            <a:avLst>
              <a:gd name="adj" fmla="val 107692"/>
            </a:avLst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5422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App Store Review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57515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Apple review time: 5–7 ngày trước launch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Due: Q2 W11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12  🚫  OUT OF SCOPE — WON'T DO THIS YEAR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PRODUCT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Những items này được EXPLICITLY EXCLUDED để quản lý kỳ vọng của stakeholders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11430000" cy="1170432"/>
          </a:xfrm>
          <a:prstGeom prst="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07008"/>
            <a:ext cx="59436" cy="1170432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298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[Feature X]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6276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[Lý do không làm — quá sớm, resource, dependency]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0" y="1527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32888"/>
            <a:ext cx="11430000" cy="1170432"/>
          </a:xfrm>
          <a:prstGeom prst="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32888"/>
            <a:ext cx="59436" cy="1170432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624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[Feature Y]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9535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[Complexity quá cao so với impact ở giai đoạn này]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0" y="2852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Phase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58768"/>
            <a:ext cx="11430000" cy="1170432"/>
          </a:xfrm>
          <a:prstGeom prst="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58768"/>
            <a:ext cx="59436" cy="1170432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9502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[Integration Z]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2793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[Partner chưa sẵn sàng, API chưa stable]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0" y="4178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After launch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5184648"/>
            <a:ext cx="11430000" cy="1170432"/>
          </a:xfrm>
          <a:prstGeom prst="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5184648"/>
            <a:ext cx="59436" cy="1170432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52760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5257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[Feature AA]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56052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[Nice to have nhưng không đủ user demand hiện tại]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0" y="5504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TBD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13  NEXT STEPS &amp; REVIEW CADENCE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430000" cy="1170432"/>
          </a:xfrm>
          <a:prstGeom prst="rect">
            <a:avLst>
              <a:gd name="adj" fmla="val 4688"/>
            </a:avLst>
          </a:prstGeom>
          <a:solidFill>
            <a:srgbClr val="25348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📅  Sprint Bi-weekly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35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Roadmap review nhẹ — adjust priorities nếu cần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Owner: Scrum Master + PO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11430000" cy="1170432"/>
          </a:xfrm>
          <a:prstGeom prst="rect">
            <a:avLst>
              <a:gd name="adj" fmla="val 4688"/>
            </a:avLst>
          </a:prstGeom>
          <a:solidFill>
            <a:srgbClr val="25348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📊  Monthly Stakeholder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61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Share progress vs. roadmap — 30 min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9611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Owner: PO + CPO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11430000" cy="1170432"/>
          </a:xfrm>
          <a:prstGeom prst="rect">
            <a:avLst>
              <a:gd name="adj" fmla="val 4688"/>
            </a:avLst>
          </a:prstGeom>
          <a:solidFill>
            <a:srgbClr val="25348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03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📋  Quarterly Planning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087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Full roadmap refresh dựa trên data &amp; feedback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9611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Owner: PO + Leadership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4937760"/>
            <a:ext cx="11430000" cy="1170432"/>
          </a:xfrm>
          <a:prstGeom prst="rect">
            <a:avLst>
              <a:gd name="adj" fmla="val 4688"/>
            </a:avLst>
          </a:prstGeom>
          <a:solidFill>
            <a:srgbClr val="25348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029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🔄  Annual Strategy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4132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Long-term vision &amp; strategy alignment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Owner: CPO + BOD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6217920"/>
            <a:ext cx="11430000" cy="365760"/>
          </a:xfrm>
          <a:prstGeom prst="rect">
            <a:avLst>
              <a:gd name="adj" fmla="val 12500"/>
            </a:avLst>
          </a:prstGeom>
          <a:solidFill>
            <a:srgbClr val="3D10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2362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⚠️ Roadmap là cam kết về hướng đi, KHÔNG phải hứa hẹn về ngày ship. Review và adjust khi cần.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2026-03-15T06:53:12Z</dcterms:created>
  <dcterms:modified xsi:type="dcterms:W3CDTF">2026-03-15T06:53:12Z</dcterms:modified>
</cp:coreProperties>
</file>