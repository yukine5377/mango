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0"/>
            <a:ext cx="8778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560320" cy="475488"/>
          </a:xfrm>
          <a:prstGeom prst="rect">
            <a:avLst>
              <a:gd name="adj" fmla="val 1538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🎨 UI/UX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UI/UX Design Review &amp; Documentation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[Tên Feature / Sản Phẩm]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Design System · Wireframes · UI Handoff · Accessibility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Designer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[Designer Name]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Reviewer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 + DEV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[Date]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Tool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Figma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📋  Mục Lục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Design 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Quy trình design → handoff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55080" y="91440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914400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Design System — Colors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Bảng màu và tokens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901952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975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Design System — Typography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Font scale và usage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901952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901952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975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Component Library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Components existing vs. new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889504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89504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Wireframes — Key Screens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Low-fi screens với annotations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2889504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2889504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UI Design — Screen 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High-fi annotated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877056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877056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50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300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UI Design — Screen 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261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High-fi annotated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3877056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3877056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950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232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UI Design — Screen 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4261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High-fi annotated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864608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864608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4937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430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Error &amp; Empty States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4300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edge state designs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55080" y="4864608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55080" y="4864608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4937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13232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Responsive Breakpoints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3232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Mobile, Tablet, Desktop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585216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5852160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" y="5925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11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43000" y="5925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Interaction &amp; Animations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143000" y="6236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Micro-interactions specs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55080" y="585216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55080" y="5852160"/>
            <a:ext cx="59436" cy="868680"/>
          </a:xfrm>
          <a:prstGeom prst="rect">
            <a:avLst>
              <a:gd name="adj" fmla="val 92308"/>
            </a:avLst>
          </a:prstGeom>
          <a:solidFill>
            <a:srgbClr val="8B5CF6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5925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12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132320" y="5925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Accessibility &amp; Handoff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132320" y="6236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WCAG + DEV specs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01  DESIGN PROCESS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103120" cy="2011680"/>
          </a:xfrm>
          <a:prstGeom prst="rect">
            <a:avLst>
              <a:gd name="adj" fmla="val 3636"/>
            </a:avLst>
          </a:prstGeom>
          <a:solidFill>
            <a:srgbClr val="253480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FC3F7"/>
                </a:solidFill>
              </a:rPr>
              <a:t>1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FC3F7"/>
                </a:solidFill>
              </a:rPr>
              <a:t>PRD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FC3F7"/>
                </a:solidFill>
              </a:rPr>
              <a:t>Approved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78608" y="1737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88920" y="1005840"/>
            <a:ext cx="2103120" cy="2011680"/>
          </a:xfrm>
          <a:prstGeom prst="rect">
            <a:avLst>
              <a:gd name="adj" fmla="val 3636"/>
            </a:avLst>
          </a:prstGeom>
          <a:solidFill>
            <a:srgbClr val="253480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0972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8B5CF6"/>
                </a:solidFill>
              </a:rPr>
              <a:t>2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8B5CF6"/>
                </a:solidFill>
              </a:rPr>
              <a:t>Wireframe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8B5CF6"/>
                </a:solidFill>
              </a:rPr>
              <a:t>Low-fi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10328" y="1737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0640" y="1005840"/>
            <a:ext cx="2103120" cy="2011680"/>
          </a:xfrm>
          <a:prstGeom prst="rect">
            <a:avLst>
              <a:gd name="adj" fmla="val 3636"/>
            </a:avLst>
          </a:prstGeom>
          <a:solidFill>
            <a:srgbClr val="25348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66360" y="10972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3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UI Design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High-fi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42048" y="1737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52360" y="1005840"/>
            <a:ext cx="2103120" cy="2011680"/>
          </a:xfrm>
          <a:prstGeom prst="rect">
            <a:avLst>
              <a:gd name="adj" fmla="val 3636"/>
            </a:avLst>
          </a:prstGeom>
          <a:solidFill>
            <a:srgbClr val="25348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0" y="10972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4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Prototype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Interactions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73768" y="1737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784080" y="1005840"/>
            <a:ext cx="2103120" cy="2011680"/>
          </a:xfrm>
          <a:prstGeom prst="rect">
            <a:avLst>
              <a:gd name="adj" fmla="val 3636"/>
            </a:avLst>
          </a:prstGeom>
          <a:solidFill>
            <a:srgbClr val="253480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29800" y="10972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CADCFC"/>
                </a:solidFill>
              </a:rPr>
              <a:t>5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CADCFC"/>
                </a:solidFill>
              </a:rPr>
              <a:t>Handoff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CADCFC"/>
                </a:solidFill>
              </a:rPr>
              <a:t>DEV Specs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760720" cy="3337560"/>
          </a:xfrm>
          <a:prstGeom prst="rect">
            <a:avLst>
              <a:gd name="adj" fmla="val 1918"/>
            </a:avLst>
          </a:prstGeom>
          <a:solidFill>
            <a:srgbClr val="1A256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37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 PO Review Checkpoints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76732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Design đúng user flow trong PRD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Acceptance Criteria có thể verify qua design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5559552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Error states đã cover đủ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3246120"/>
            <a:ext cx="5760720" cy="3337560"/>
          </a:xfrm>
          <a:prstGeom prst="rect">
            <a:avLst>
              <a:gd name="adj" fmla="val 1918"/>
            </a:avLst>
          </a:prstGeom>
          <a:solidFill>
            <a:srgbClr val="1A2566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337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📋  DEV Handoff Requirements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376732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Exact dimensions, spacing, colors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29400" y="4663440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Assets exported (SVG, PNG @1x @2x)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5559552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Figma link với inspect mode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02  🎨  DESIGN SYSTEM — COLOR PALETTE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BRAND COLORS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743200" cy="1097280"/>
          </a:xfrm>
          <a:prstGeom prst="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7043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#[HEX]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Primary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151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[Tên màu — VD: Ocean Blue]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CTA buttons, headers, links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43200" cy="1097280"/>
          </a:xfrm>
          <a:prstGeom prst="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17043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#[HEX]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Secondary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26151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[Tên màu]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Supporting elements, hover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170432"/>
            <a:ext cx="2743200" cy="1097280"/>
          </a:xfrm>
          <a:prstGeom prst="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17043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#[HEX]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Accent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6151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[Tên màu]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Highlights, badges, icons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006840" y="1170432"/>
            <a:ext cx="2743200" cy="1097280"/>
          </a:xfrm>
          <a:prstGeom prst="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06840" y="117043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#[HEX]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06840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Neutral Dark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06840" y="26151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[Gray scale]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Body text, borders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SEMANTIC COLORS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2743200" cy="804672"/>
          </a:xfrm>
          <a:prstGeom prst="rect">
            <a:avLst>
              <a:gd name="adj" fmla="val 681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67588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Success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#10B981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517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Confirm, done, positive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3675888"/>
            <a:ext cx="2743200" cy="804672"/>
          </a:xfrm>
          <a:prstGeom prst="rect">
            <a:avLst>
              <a:gd name="adj" fmla="val 681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46120" y="367588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Error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#EF4444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4517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Errors, destructive actions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3675888"/>
            <a:ext cx="2743200" cy="804672"/>
          </a:xfrm>
          <a:prstGeom prst="rect">
            <a:avLst>
              <a:gd name="adj" fmla="val 68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367588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Warning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#F59E0B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6480" y="4517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Alerts, non-blocking issues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006840" y="3675888"/>
            <a:ext cx="2743200" cy="804672"/>
          </a:xfrm>
          <a:prstGeom prst="rect">
            <a:avLst>
              <a:gd name="adj" fmla="val 6818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06840" y="367588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Info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#4FC3F7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006840" y="4517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Informational, neutral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4983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CONTRAST RATIOS (WCAG 2.1 AA)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5321808"/>
            <a:ext cx="274320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65760" y="5394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Primary on White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5779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[X.XX]:1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6144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✅ Pass AA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46120" y="5321808"/>
            <a:ext cx="274320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46120" y="5394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White on Primary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46120" y="5779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[X.XX]:1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46120" y="6144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✅ Pass AA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5321808"/>
            <a:ext cx="274320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126480" y="5394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Gray on White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26480" y="5779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[X.XX]:1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26480" y="6144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✅ Pass AA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06840" y="5321808"/>
            <a:ext cx="274320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006840" y="5394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Error on White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006840" y="5779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[X.XX]:1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006840" y="6144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✅ Pass AA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03  🔤  DESIGN SYSTEM — TYPOGRAPHY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430000" cy="685800"/>
          </a:xfrm>
          <a:prstGeom prst="rect">
            <a:avLst>
              <a:gd name="adj" fmla="val 9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Font Family: [Font Name] (Google Fonts / System Font)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1430000" cy="54864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647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H1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7647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</a:rPr>
              <a:t>[32–40px]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54680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Bold 700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0" y="1764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[Line height: 1.2]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0" y="17647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Page titles, hero sections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11430000" cy="548640"/>
          </a:xfrm>
          <a:prstGeom prst="rect">
            <a:avLst>
              <a:gd name="adj" fmla="val 6667"/>
            </a:avLst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95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H2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2395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</a:rPr>
              <a:t>[24–28px]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54680" y="23957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SemiBold 600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395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[Line height: 1.3]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0" y="23957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Section headings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53512"/>
            <a:ext cx="11430000" cy="54864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266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H3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30266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</a:rPr>
              <a:t>[18–22px]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54680" y="30266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SemiBold 600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0266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[Line height: 1.4]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58000" y="30266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Sub-sections, card titles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584448"/>
            <a:ext cx="11430000" cy="548640"/>
          </a:xfrm>
          <a:prstGeom prst="rect">
            <a:avLst>
              <a:gd name="adj" fmla="val 6667"/>
            </a:avLst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Body 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3657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</a:rPr>
              <a:t>[16px]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54680" y="3657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Regular 400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[Line height: 1.6]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3657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Main body text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215384"/>
            <a:ext cx="11430000" cy="54864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885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Body 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83080" y="4288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</a:rPr>
              <a:t>[14px]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154680" y="42885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Regular 400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42885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[Line height: 1.5]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58000" y="42885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Supporting text, labels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846320"/>
            <a:ext cx="11430000" cy="548640"/>
          </a:xfrm>
          <a:prstGeom prst="rect">
            <a:avLst>
              <a:gd name="adj" fmla="val 6667"/>
            </a:avLst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9194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Caption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83080" y="49194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</a:rPr>
              <a:t>[12px]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54680" y="49194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Regular 400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4919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[Line height: 1.4]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58000" y="49194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Metadata, timestamps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5477256"/>
            <a:ext cx="11430000" cy="54864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55504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Button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783080" y="5550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</a:rPr>
              <a:t>[14–16px]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154680" y="55504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SemiBold 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46320" y="5550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[Letter-spacing: 0.02em]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55504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CTAs, interactive elements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6108192"/>
            <a:ext cx="11430000" cy="548640"/>
          </a:xfrm>
          <a:prstGeom prst="rect">
            <a:avLst>
              <a:gd name="adj" fmla="val 6667"/>
            </a:avLst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61813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Code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783080" y="6181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C3F7"/>
                </a:solidFill>
              </a:rPr>
              <a:t>[13px]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154680" y="61813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Mono Regular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46320" y="61813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[Line height: 1.5]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61813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Code blocks, technical text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04  🧩  COMPONENT LIBRARY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EXISTING COMPONENTS (reuse)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576072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59436" cy="96012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✅ Buttons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819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Primary, Secondary, Ghost, Danger, Icon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1170432"/>
            <a:ext cx="576072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170432"/>
            <a:ext cx="59436" cy="96012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2618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✅ Form Elements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7960" y="15819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Input, Textarea, Select, Checkbox, Radio, Toggle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576072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86000"/>
            <a:ext cx="59436" cy="96012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✅ Cards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697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Default, Elevated, Flat, Interactive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55080" y="2286000"/>
            <a:ext cx="576072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2286000"/>
            <a:ext cx="59436" cy="96012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✅ Navigation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2697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Top Nav, Sidebar, Tabs, Breadcrumb, Pagination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4930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NEW COMPONENTS (need design)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22192"/>
            <a:ext cx="5760720" cy="123444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22192"/>
            <a:ext cx="59436" cy="123444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🆕 [New Component 1]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26110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[Mô tả, khi nào dùng, variants cần thiết]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3822192"/>
            <a:ext cx="5760720" cy="123444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3822192"/>
            <a:ext cx="59436" cy="123444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🆕 [New Component 2]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426110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[Mô tả, behavior, states: default/hover/active/disabled]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5239512"/>
            <a:ext cx="5760720" cy="123444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5239512"/>
            <a:ext cx="59436" cy="123444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330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🆕 [New Component 3]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67842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[Mô tả, responsive behavior, animation spec]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55080" y="5239512"/>
            <a:ext cx="5760720" cy="123444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5080" y="5239512"/>
            <a:ext cx="59436" cy="1234440"/>
          </a:xfrm>
          <a:prstGeom prst="rect">
            <a:avLst>
              <a:gd name="adj" fmla="val 92308"/>
            </a:avLst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5330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🆕 [New Component 4]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567842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[Mô tả, data requirements, empty state]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05  📐  WIREFRAMES — KEY SCREENS (Low-fi)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Screen 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[Tên màn hình — ví dụ: Commission Detail Screen]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Route / URL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[/path/to/screen hoặc screen name trong app]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User Flow Context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7889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[Bước thứ mấy trong flow — đến từ đâu, đi đến đâu]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6616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Key Components Used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3657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[List components: Header, Card, Button CTA, Form, ...]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498848"/>
            <a:ext cx="7772400" cy="2148840"/>
          </a:xfrm>
          <a:prstGeom prst="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498848"/>
            <a:ext cx="7772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[📸 Wireframe / UI Screenshot]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Chèn hình từ Figma hoặc attach file PNG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4498848"/>
            <a:ext cx="3474720" cy="2148840"/>
          </a:xfrm>
          <a:prstGeom prst="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4572000"/>
            <a:ext cx="3291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📝 ANNOTATIONS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1. [Annotation 1]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2. [Annotation 2]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3. [Annotation 3]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06  🖥️  UI DESIGN — SCREEN 1 (High-fi, Annotated)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Screen 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[Tên màn hình — ví dụ: Commission Detail Screen]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Route / URL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[/path/to/screen hoặc screen name trong app]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User Flow Context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7889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[Bước thứ mấy trong flow — đến từ đâu, đi đến đâu]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6616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Key Components Used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3657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[List components: Header, Card, Button CTA, Form, ...]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498848"/>
            <a:ext cx="7772400" cy="2148840"/>
          </a:xfrm>
          <a:prstGeom prst="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498848"/>
            <a:ext cx="7772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[📸 Wireframe / UI Screenshot]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Chèn hình từ Figma hoặc attach file PNG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4498848"/>
            <a:ext cx="3474720" cy="2148840"/>
          </a:xfrm>
          <a:prstGeom prst="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4572000"/>
            <a:ext cx="3291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📝 ANNOTATIONS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1. [Annotation 1]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2. [Annotation 2]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3. [Annotation 3]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07  🖥️  UI DESIGN — SCREEN 2 (High-fi, Annotated)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Screen 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[Tên màn hình — ví dụ: Commission Detail Screen]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Route / URL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[/path/to/screen hoặc screen name trong app]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User Flow Context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7889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[Bước thứ mấy trong flow — đến từ đâu, đi đến đâu]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11430000" cy="749808"/>
          </a:xfrm>
          <a:prstGeom prst="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66160"/>
            <a:ext cx="59436" cy="749808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Key Components Used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3657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[List components: Header, Card, Button CTA, Form, ...]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498848"/>
            <a:ext cx="7772400" cy="2148840"/>
          </a:xfrm>
          <a:prstGeom prst="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498848"/>
            <a:ext cx="7772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[📸 Wireframe / UI Screenshot]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Chèn hình từ Figma hoặc attach file PNG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4498848"/>
            <a:ext cx="3474720" cy="2148840"/>
          </a:xfrm>
          <a:prstGeom prst="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4572000"/>
            <a:ext cx="3291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📝 ANNOTATIONS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1. [Annotation 1]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2. [Annotation 2]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3. [Annotation 3]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08  ⚡  UI DESIGN — SCREEN 3 + KEY STATES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760720" cy="2487168"/>
          </a:xfrm>
          <a:prstGeom prst="rect">
            <a:avLst>
              <a:gd name="adj" fmla="val 257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149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🖥️ Screen 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[Tên màn hình 3]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[Route, context, components]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760720" cy="2487168"/>
          </a:xfrm>
          <a:prstGeom prst="rect">
            <a:avLst>
              <a:gd name="adj" fmla="val 257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96012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149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📭 Empty 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55448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[Design khi chưa có data — icon, headline, CTA hướng dẫn user làm gì tiếp]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5760720" cy="2487168"/>
          </a:xfrm>
          <a:prstGeom prst="rect">
            <a:avLst>
              <a:gd name="adj" fmla="val 257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124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⏳ Loading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[Skeleton screen hoặc spinner — không dùng generic loading bars]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3657600"/>
            <a:ext cx="5760720" cy="2487168"/>
          </a:xfrm>
          <a:prstGeom prst="rect">
            <a:avLst>
              <a:gd name="adj" fmla="val 257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65760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7124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❌ Error State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25196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[Error message human-readable + retry CTA + support link]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09  📱  RESPONSIVE BREAKPOINTS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61872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📱 Mobile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320–767px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0515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Stack layout · Bottom nav · Large touch targets (≥44px) · Full-width cards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77440"/>
            <a:ext cx="59436" cy="1261872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📟 Tablet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768–1023px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2-column layout · Side drawer nav · Condensed tables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94760"/>
            <a:ext cx="59436" cy="1261872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🖥️ Desktop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1024–1439px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886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Multi-column · Top nav · Sidebar optional · Hover states active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21208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5212080"/>
            <a:ext cx="59436" cy="1261872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303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🖥️ Wide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5303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1440px+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53035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Max-width container: 1280px centered · Extra whitespace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10  ✨  INTERACTIONS &amp; MICRO-ANIMATIONS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822960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Button Press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03327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Scale: 0.96 · Duration: 100ms · Easing: ease-out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78240" y="10332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All interactive buttons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59436" cy="822960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993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Page Transition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199339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right (navigate deeper) · Slide left (go back) · 300ms ease-in-out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778240" y="19933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All screen transitions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59436" cy="822960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9535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Modal Open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295351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Fade + scale from 0.92 to 1.0 · 200ms ease-out · Backdrop fade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778240" y="29535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All modals, drawers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40480"/>
            <a:ext cx="59436" cy="822960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913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Toast Notification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391363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up from bottom · 250ms · Auto-dismiss: 3s · 200ms fade-out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778240" y="39136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Success/error feedback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80060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800600"/>
            <a:ext cx="59436" cy="822960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4873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Loading Skeleton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487375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Shimmer animation · Background: #E2E8F0 → #F1F5F9 · 1.5s loop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778240" y="48737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All async content loads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576072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5760720"/>
            <a:ext cx="59436" cy="822960"/>
          </a:xfrm>
          <a:prstGeom prst="rect">
            <a:avLst>
              <a:gd name="adj" fmla="val 107692"/>
            </a:avLst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5833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Form Validation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0" y="583387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Inline, immediate · Red border + icon + message below · 150ms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78240" y="58338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All form inputs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11  📋  ERROR &amp; EMPTY STATE SPECS + USABILITY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760720" cy="2487168"/>
          </a:xfrm>
          <a:prstGeom prst="rect">
            <a:avLst>
              <a:gd name="adj" fmla="val 2574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760720" cy="530352"/>
          </a:xfrm>
          <a:prstGeom prst="rect">
            <a:avLst>
              <a:gd name="adj" fmla="val 120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1498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Functional PO Review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Tất cả user stories có thể verify qua design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Error cases đã có design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AC testable qua màn hình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760720" cy="2487168"/>
          </a:xfrm>
          <a:prstGeom prst="rect">
            <a:avLst>
              <a:gd name="adj" fmla="val 2574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960120"/>
            <a:ext cx="5760720" cy="530352"/>
          </a:xfrm>
          <a:prstGeom prst="rect">
            <a:avLst>
              <a:gd name="adj" fmla="val 12069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1498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UX Quality Check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581912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Primary action rõ ràng (visual hierarchy)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Empty states có actionable CTA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Error messages human-readable (không phải error codes)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685032"/>
            <a:ext cx="5760720" cy="2487168"/>
          </a:xfrm>
          <a:prstGeom prst="rect">
            <a:avLst>
              <a:gd name="adj" fmla="val 257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85032"/>
            <a:ext cx="5760720" cy="530352"/>
          </a:xfrm>
          <a:prstGeom prst="rect">
            <a:avLst>
              <a:gd name="adj" fmla="val 1206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3989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Accessibility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306824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Contrast ≥ 4.5:1 cho text thường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Focus states visible (keyboard nav)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Alt text cho mọi image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Touch targets ≥ 44×44px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55080" y="3685032"/>
            <a:ext cx="5760720" cy="2487168"/>
          </a:xfrm>
          <a:prstGeom prst="rect">
            <a:avLst>
              <a:gd name="adj" fmla="val 257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685032"/>
            <a:ext cx="5760720" cy="530352"/>
          </a:xfrm>
          <a:prstGeom prst="rect">
            <a:avLst>
              <a:gd name="adj" fmla="val 1206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73989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Performance UX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306824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No layout shift (CLS &lt; 0.1)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Skeleton screens thay cho spinners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• Optimistic updates cho writes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12  🔧  DEVELOPER HANDOFF SPECS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749808"/>
          </a:xfrm>
          <a:prstGeom prst="rect">
            <a:avLst>
              <a:gd name="adj" fmla="val 8537"/>
            </a:avLst>
          </a:prstGeom>
          <a:solidFill>
            <a:srgbClr val="1E2761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🔗  Figma Link: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005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[Paste Figma file URL hoặc prototype URL tại đây]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SPACING &amp; SIZING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11430000" cy="566928"/>
          </a:xfrm>
          <a:prstGeom prst="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76272"/>
            <a:ext cx="59436" cy="56692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286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Base Unit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22860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4px — tất cả spacing là bội số của 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11430000" cy="566928"/>
          </a:xfrm>
          <a:prstGeom prst="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59436" cy="56692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44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Spacing Scale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0" y="29443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 · 8 · 12 · 16 · 24 · 32 · 48 · 64px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493008"/>
            <a:ext cx="11430000" cy="566928"/>
          </a:xfrm>
          <a:prstGeom prst="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93008"/>
            <a:ext cx="59436" cy="56692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6027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Border Radius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0" y="360273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[4px small / 8px medium / 12px large / 9999px pill]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151376"/>
            <a:ext cx="11430000" cy="566928"/>
          </a:xfrm>
          <a:prstGeom prst="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151376"/>
            <a:ext cx="59436" cy="56692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261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Shadows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426110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Level 1: 0 1px 3px rgba(0,0,0,0.12) | Level 2: 0 4px 12px rgba(0,0,0,0.12)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ASSET EXPORT GUIDE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175504"/>
          <a:ext cx="11430000" cy="150876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286000"/>
                <a:gridCol w="4846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Sizes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Naming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Icons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SVG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24×24px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icon-[name].svg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Images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PNG/WebP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1x, 2x, 3x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img-[name]@2x.png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Illustrations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SVG/PNG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1x, 2x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illustration-[name].svg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13  OPEN QUESTIONS &amp; DESIGN SIGN-OFF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OPEN DESIGN QUESTIONS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11430000" cy="822960"/>
          </a:xfrm>
          <a:prstGeom prst="rect">
            <a:avLst>
              <a:gd name="adj" fmla="val 6667"/>
            </a:avLst>
          </a:prstGeom>
          <a:solidFill>
            <a:srgbClr val="25348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DQ-001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6304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[Design decision pending — ví dụ: Dùng Bottom Sheet hay Full Modal cho iOS?]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Designer · Open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11430000" cy="822960"/>
          </a:xfrm>
          <a:prstGeom prst="rect">
            <a:avLst>
              <a:gd name="adj" fmla="val 6667"/>
            </a:avLst>
          </a:prstGeom>
          <a:solidFill>
            <a:srgbClr val="25348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585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DQ-002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63040" y="2258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[Copy/content chưa được confirm — ví dụ: CTA button text]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869680" y="2258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PO + Copywriter · Open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11430000" cy="822960"/>
          </a:xfrm>
          <a:prstGeom prst="rect">
            <a:avLst>
              <a:gd name="adj" fmla="val 6667"/>
            </a:avLst>
          </a:prstGeom>
          <a:solidFill>
            <a:srgbClr val="25348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186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DQ-003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6304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[Animation spec chưa được approve]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6968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Designer · In Review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4133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DESIGN APPROVAL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462272"/>
            <a:ext cx="11430000" cy="475488"/>
          </a:xfrm>
          <a:prstGeom prst="rect">
            <a:avLst>
              <a:gd name="adj" fmla="val 9615"/>
            </a:avLst>
          </a:prstGeom>
          <a:solidFill>
            <a:srgbClr val="1A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35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PO Review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0" y="453542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Design đúng PRD requirements, user flow approved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961120" y="45354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✅ Approved: ___________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11430000" cy="475488"/>
          </a:xfrm>
          <a:prstGeom prst="rect">
            <a:avLst>
              <a:gd name="adj" fmla="val 9615"/>
            </a:avLst>
          </a:prstGeom>
          <a:solidFill>
            <a:srgbClr val="1A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102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Tech Lead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51023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Technically implementable, no blocking concerns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961120" y="5102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✅ Approved: ___________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5596128"/>
            <a:ext cx="11430000" cy="475488"/>
          </a:xfrm>
          <a:prstGeom prst="rect">
            <a:avLst>
              <a:gd name="adj" fmla="val 9615"/>
            </a:avLst>
          </a:prstGeom>
          <a:solidFill>
            <a:srgbClr val="1A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QA Lead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926080" y="5669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Test cases prepared based on this design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61120" y="5669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✅ Approved: ___________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6163056"/>
            <a:ext cx="11430000" cy="475488"/>
          </a:xfrm>
          <a:prstGeom prst="rect">
            <a:avLst>
              <a:gd name="adj" fmla="val 9615"/>
            </a:avLst>
          </a:prstGeom>
          <a:solidFill>
            <a:srgbClr val="1A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236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Designer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26080" y="62362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Design ready for handoff, Figma specs complete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61120" y="6236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✅ Approved: ___________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2026-03-15T06:38:23Z</dcterms:created>
  <dcterms:modified xsi:type="dcterms:W3CDTF">2026-03-15T06:38:23Z</dcterms:modified>
</cp:coreProperties>
</file>