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0"/>
            <a:ext cx="8778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194560" cy="475488"/>
          </a:xfrm>
          <a:prstGeom prst="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PRD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Product Requirements Document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[Tên Feature / Sản Phẩm]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Tài liệu trung tâm — Cái gì &amp; Tại sao · Cho UI/UX, DEV, Tester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Status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Draft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Author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032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[PO Name]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344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[Date]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Version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6656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📋  Mục Lục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9436" cy="86868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87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987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Vấn đề và evidence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55080" y="91440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914400"/>
            <a:ext cx="59436" cy="86868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987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987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Goals &amp; Success Metrics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KPIs đo được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901952"/>
            <a:ext cx="59436" cy="86868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9751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1975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Target Audience &amp; Personas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 sẽ dùng feature này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55080" y="1901952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1901952"/>
            <a:ext cx="59436" cy="86868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9751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1975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Assumptions &amp; Constraints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Giả định và ràng buộc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889504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889504"/>
            <a:ext cx="59436" cy="86868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9626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Functional Requirements P0/P1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3273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Must have requirements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55080" y="2889504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2889504"/>
            <a:ext cx="59436" cy="86868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29626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Functional Requirements P2/P3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3273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Should/Could have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877056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877056"/>
            <a:ext cx="59436" cy="86868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9502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4300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User Flow — Happy Path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261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Luồng chính step-by-step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55080" y="3877056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55080" y="3877056"/>
            <a:ext cx="59436" cy="86868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39502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3232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Error States &amp; Edge Cases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32320" y="4261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Xử lý ngoại lệ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864608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864608"/>
            <a:ext cx="59436" cy="86868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4937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4300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UI/UX Requirements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43000" y="5248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Design specifications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55080" y="4864608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55080" y="4864608"/>
            <a:ext cx="59436" cy="86868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4937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13232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Analytics &amp; Tracking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32320" y="5248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Events và funnel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585216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5852160"/>
            <a:ext cx="59436" cy="86868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502920" y="5925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11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43000" y="5925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Non-functional Requirements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143000" y="6236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Performance, security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55080" y="585216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355080" y="5852160"/>
            <a:ext cx="59436" cy="86868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6492240" y="5925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12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132320" y="5925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Revision History &amp; Sign-off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132320" y="6236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Approval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01  PROBLEM STATEMENT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430000" cy="1600200"/>
          </a:xfrm>
          <a:prstGeom prst="rect">
            <a:avLst>
              <a:gd name="adj" fmla="val 4000"/>
            </a:avLst>
          </a:prstGeom>
          <a:solidFill>
            <a:srgbClr val="25348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59436" cy="1600200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⚠️  Vấn đề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[Mô tả vấn đề user đang gặp — cụ thể, không chung chung]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11430000" cy="1600200"/>
          </a:xfrm>
          <a:prstGeom prst="rect">
            <a:avLst>
              <a:gd name="adj" fmla="val 4000"/>
            </a:avLst>
          </a:prstGeom>
          <a:solidFill>
            <a:srgbClr val="25348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743200"/>
            <a:ext cx="59436" cy="1600200"/>
          </a:xfrm>
          <a:prstGeom prst="rect">
            <a:avLst>
              <a:gd name="adj" fmla="val 107692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834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📊  Evidence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20040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[Data, user quotes, analytics xác nhận vấn đề tồn tại]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526280"/>
            <a:ext cx="11430000" cy="1600200"/>
          </a:xfrm>
          <a:prstGeom prst="rect">
            <a:avLst>
              <a:gd name="adj" fmla="val 4000"/>
            </a:avLst>
          </a:prstGeom>
          <a:solidFill>
            <a:srgbClr val="25348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4526280"/>
            <a:ext cx="59436" cy="160020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617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❓  Why Now?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498348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[Tại sao phải giải quyết lúc này — urgency, opportunity window]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02  🎯  GOALS &amp; SUCCESS METRICS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61872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Goal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38074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[Mục tiêu của feature này — 1 câu rõ ràng]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77440"/>
            <a:ext cx="59436" cy="1261872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688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Primary Metric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79806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[KPI chính — ví dụ: Tăng conversion rate 20%]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94760"/>
            <a:ext cx="59436" cy="1261872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886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Secondary Metric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21538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[KPI phụ — ví dụ: Giảm support tickets 30%]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521208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5212080"/>
            <a:ext cx="59436" cy="1261872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3035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Counter Metric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563270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[Metric cần watch out — ví dụ: Không được giảm retention]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03  👤  TARGET AUDIENCE &amp; PERSONAS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760720" cy="5669280"/>
          </a:xfrm>
          <a:prstGeom prst="rect">
            <a:avLst>
              <a:gd name="adj" fmla="val 129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5760720" cy="777240"/>
          </a:xfrm>
          <a:prstGeom prst="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Persona A — [Primary User]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[Tuổi, nghề, location, tech level]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🎯 Goals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Goal 1: [...]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Goal 2: [...]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⚡ Pain Points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Pain 1: [...]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Pain 2: [...]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" y="4160520"/>
            <a:ext cx="5394960" cy="1371600"/>
          </a:xfrm>
          <a:prstGeom prst="rect">
            <a:avLst>
              <a:gd name="adj" fmla="val 3333"/>
            </a:avLst>
          </a:prstGeom>
          <a:solidFill>
            <a:srgbClr val="F0F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4233672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1E2761"/>
                </a:solidFill>
              </a:rPr>
              <a:t>[Quote đại diện từ research]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914400"/>
            <a:ext cx="5760720" cy="5669280"/>
          </a:xfrm>
          <a:prstGeom prst="rect">
            <a:avLst>
              <a:gd name="adj" fmla="val 1290"/>
            </a:avLst>
          </a:prstGeom>
          <a:solidFill>
            <a:srgbClr val="FFFFFF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914400"/>
            <a:ext cx="5760720" cy="777240"/>
          </a:xfrm>
          <a:prstGeom prst="rect">
            <a:avLst>
              <a:gd name="adj" fmla="val 9412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960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Persona B — [Secondary User]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1417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[Tuổi, nghề, location, tech level]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1783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🎯 Goals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2103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Goal 1: [...]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37960" y="24688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Goal 2: [...]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2926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⚡ Pain Points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3246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Pain 1: [...]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37960" y="36118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• Pain 2: [...]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19088" y="4160520"/>
            <a:ext cx="5394960" cy="1371600"/>
          </a:xfrm>
          <a:prstGeom prst="rect">
            <a:avLst>
              <a:gd name="adj" fmla="val 3333"/>
            </a:avLst>
          </a:prstGeom>
          <a:solidFill>
            <a:srgbClr val="F0F4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4233672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1E2761"/>
                </a:solidFill>
              </a:rPr>
              <a:t>[Quote đại diện từ research]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04  🔗  ASSUMPTIONS &amp; CONSTRAINTS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760720" cy="2286000"/>
          </a:xfrm>
          <a:prstGeom prst="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760720" cy="566928"/>
          </a:xfrm>
          <a:prstGeom prst="rect">
            <a:avLst>
              <a:gd name="adj" fmla="val 11290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Assumptions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[Giả định về user behavior, market, willingness to pay]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960120"/>
            <a:ext cx="5760720" cy="2286000"/>
          </a:xfrm>
          <a:prstGeom prst="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960120"/>
            <a:ext cx="5760720" cy="566928"/>
          </a:xfrm>
          <a:prstGeom prst="rect">
            <a:avLst>
              <a:gd name="adj" fmla="val 1129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0332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Technical Assumptions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64592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[Giả định về feasibility, APIs, third-party availability]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5760720" cy="2286000"/>
          </a:xfrm>
          <a:prstGeom prst="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5760720" cy="566928"/>
          </a:xfrm>
          <a:prstGeom prst="rect">
            <a:avLst>
              <a:gd name="adj" fmla="val 1129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478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Timeline Constraints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16052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[Hard deadlines, launch window, dependencies phải xong trước]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3474720"/>
            <a:ext cx="5760720" cy="2286000"/>
          </a:xfrm>
          <a:prstGeom prst="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474720"/>
            <a:ext cx="5760720" cy="566928"/>
          </a:xfrm>
          <a:prstGeom prst="rect">
            <a:avLst>
              <a:gd name="adj" fmla="val 1129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5478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Budget &amp; Scope Constraints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16052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[Resource limits, what's explicitly out of scope]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05  📝  FUNCTIONAL REQUIREMENTS — P0 / P1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07008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🔴 P0 — US-001 — [Title]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0" y="1033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Story Points: [X]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344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As a [user], I want to [action] so that [benefit].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AC: GIVEN [...] WHEN [...] THEN [...]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31720"/>
            <a:ext cx="59436" cy="1207008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404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🔴 P0 — US-002 — [Title]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0" y="2404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Story Points: [X]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27157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As a [user], I want to [action] so that [benefit].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AC: GIVEN [...] WHEN [...] THEN [...]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03320"/>
            <a:ext cx="59436" cy="1207008"/>
          </a:xfrm>
          <a:prstGeom prst="rect">
            <a:avLst>
              <a:gd name="adj" fmla="val 107692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776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🟠 P1 — US-003 — [Title]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0" y="3776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Story Points: [X]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4087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As a [user], I want to [action] so that [benefit].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AC: GIVEN [...] WHEN [...] THEN [...]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50749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5074920"/>
            <a:ext cx="59436" cy="1207008"/>
          </a:xfrm>
          <a:prstGeom prst="rect">
            <a:avLst>
              <a:gd name="adj" fmla="val 107692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5148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🟠 P1 — US-004 — [Title]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0" y="5148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Story Points: [X]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54589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As a [user], I want to [action] so that [benefit].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AC: GIVEN [...] WHEN [...] THEN [...]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06  📝  FUNCTIONAL REQUIREMENTS — P2 / P3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07008"/>
          </a:xfrm>
          <a:prstGeom prst="rect">
            <a:avLst>
              <a:gd name="adj" fmla="val 107692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🟡 P2 — US-005 — [Title]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0" y="1033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Story Points: [X]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344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As a [user], I want to [action] so that [benefit].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AC: GIVEN [...] WHEN [...] THEN [...]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31720"/>
            <a:ext cx="59436" cy="1207008"/>
          </a:xfrm>
          <a:prstGeom prst="rect">
            <a:avLst>
              <a:gd name="adj" fmla="val 107692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404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🟡 P2 — US-006 — [Title]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0" y="2404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Story Points: [X]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27157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As a [user], I want to [action] so that [benefit].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AC: GIVEN [...] WHEN [...] THEN [...]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03320"/>
            <a:ext cx="59436" cy="1207008"/>
          </a:xfrm>
          <a:prstGeom prst="rect">
            <a:avLst>
              <a:gd name="adj" fmla="val 107692"/>
            </a:avLst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776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⚪ P3 — US-007 — [Title]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0" y="3776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Story Points: N/A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4087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Won't have this release — scheduled for Phase 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50749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5074920"/>
            <a:ext cx="59436" cy="1207008"/>
          </a:xfrm>
          <a:prstGeom prst="rect">
            <a:avLst>
              <a:gd name="adj" fmla="val 107692"/>
            </a:avLst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5148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⚪ P3 — US-008 — [Title]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0" y="5148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Story Points: N/A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54589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Won't have this release — scheduled for Phase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07  🔄  USER FLOW — HAPPY PATH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103120" cy="2286000"/>
          </a:xfrm>
          <a:prstGeom prst="rect">
            <a:avLst>
              <a:gd name="adj" fmla="val 3478"/>
            </a:avLst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3383280"/>
            <a:ext cx="73152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Entry Point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[User vào từ đâu — notification, home screen, link]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95728" y="19202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06040" y="1005840"/>
            <a:ext cx="2103120" cy="2286000"/>
          </a:xfrm>
          <a:prstGeom prst="rect">
            <a:avLst>
              <a:gd name="adj" fmla="val 3478"/>
            </a:avLst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3383280"/>
            <a:ext cx="73152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097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97480" y="1627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Screen 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2084832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[Mô tả màn hình, action user thực hiện]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27448" y="19202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1005840"/>
            <a:ext cx="2103120" cy="2286000"/>
          </a:xfrm>
          <a:prstGeom prst="rect">
            <a:avLst>
              <a:gd name="adj" fmla="val 3478"/>
            </a:avLst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23560" y="3383280"/>
            <a:ext cx="73152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097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29200" y="1627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Screen 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084832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[Kết quả sau action — state thay đổi gì]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59168" y="19202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69480" y="1005840"/>
            <a:ext cx="2103120" cy="2286000"/>
          </a:xfrm>
          <a:prstGeom prst="rect">
            <a:avLst>
              <a:gd name="adj" fmla="val 3478"/>
            </a:avLst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0" y="3383280"/>
            <a:ext cx="73152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1097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60920" y="1627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Confirmation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60920" y="2084832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[Success state — user biết đã hoàn thành]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390888" y="19202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601200" y="1005840"/>
            <a:ext cx="2103120" cy="2286000"/>
          </a:xfrm>
          <a:prstGeom prst="rect">
            <a:avLst>
              <a:gd name="adj" fmla="val 3478"/>
            </a:avLst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287000" y="3383280"/>
            <a:ext cx="73152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0" y="1097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692640" y="1627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Exit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92640" y="2084832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[User đi đâu tiếp theo]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663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ERROR PATHS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983480"/>
            <a:ext cx="365760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983480"/>
            <a:ext cx="59436" cy="1554480"/>
          </a:xfrm>
          <a:prstGeom prst="rect">
            <a:avLst>
              <a:gd name="adj" fmla="val 92308"/>
            </a:avLst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5056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Validation Error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5376672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[Field X — show inline error message immediately]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06240" y="4983480"/>
            <a:ext cx="365760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206240" y="4983480"/>
            <a:ext cx="59436" cy="1554480"/>
          </a:xfrm>
          <a:prstGeom prst="rect">
            <a:avLst>
              <a:gd name="adj" fmla="val 92308"/>
            </a:avLst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4407408" y="5056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Auth Error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07408" y="5376672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[Redirect to login, preserve form state]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46720" y="4983480"/>
            <a:ext cx="365760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046720" y="4983480"/>
            <a:ext cx="59436" cy="1554480"/>
          </a:xfrm>
          <a:prstGeom prst="rect">
            <a:avLst>
              <a:gd name="adj" fmla="val 92308"/>
            </a:avLst>
          </a:prstGeom>
          <a:solidFill>
            <a:srgbClr val="EF4444"/>
          </a:solidFill>
          <a:ln/>
        </p:spPr>
      </p:sp>
      <p:sp>
        <p:nvSpPr>
          <p:cNvPr id="46" name="Text 44"/>
          <p:cNvSpPr/>
          <p:nvPr/>
        </p:nvSpPr>
        <p:spPr>
          <a:xfrm>
            <a:off x="8247888" y="5056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Server Error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47888" y="5376672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[Show toast, offer retry CTA]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08  ⚡  ERROR STATES &amp; EDGE CASES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760720" cy="1691640"/>
          </a:xfrm>
          <a:prstGeom prst="rect">
            <a:avLst>
              <a:gd name="adj" fmla="val 3784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69164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Empty State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[Khi chưa có data — show guidance, CTA]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55080" y="960120"/>
            <a:ext cx="5760720" cy="1691640"/>
          </a:xfrm>
          <a:prstGeom prst="rect">
            <a:avLst>
              <a:gd name="adj" fmla="val 3784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960120"/>
            <a:ext cx="59436" cy="1691640"/>
          </a:xfrm>
          <a:prstGeom prst="rect">
            <a:avLst>
              <a:gd name="adj" fmla="val 107692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Loading State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4173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[Skeleton screen / spinner khi fetch data]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5760720" cy="1691640"/>
          </a:xfrm>
          <a:prstGeom prst="rect">
            <a:avLst>
              <a:gd name="adj" fmla="val 3784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59436" cy="1691640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Network Error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[Offline state — show error, offer retry]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2834640"/>
            <a:ext cx="5760720" cy="1691640"/>
          </a:xfrm>
          <a:prstGeom prst="rect">
            <a:avLst>
              <a:gd name="adj" fmla="val 378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2834640"/>
            <a:ext cx="59436" cy="1691640"/>
          </a:xfrm>
          <a:prstGeom prst="rect">
            <a:avLst>
              <a:gd name="adj" fmla="val 107692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Edge Case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[Mô tả edge case cụ thể và cách xử lý]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709160"/>
            <a:ext cx="5760720" cy="1691640"/>
          </a:xfrm>
          <a:prstGeom prst="rect">
            <a:avLst>
              <a:gd name="adj" fmla="val 378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709160"/>
            <a:ext cx="59436" cy="1691640"/>
          </a:xfrm>
          <a:prstGeom prst="rect">
            <a:avLst>
              <a:gd name="adj" fmla="val 107692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Edge Case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166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[Mô tả edge case cụ thể và cách xử lý]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55080" y="4709160"/>
            <a:ext cx="5760720" cy="1691640"/>
          </a:xfrm>
          <a:prstGeom prst="rect">
            <a:avLst>
              <a:gd name="adj" fmla="val 3784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4709160"/>
            <a:ext cx="59436" cy="1691640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Permission Edge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5166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[User không có quyền — redirect hoặc disable với explanation]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09  🎨  UI/UX REQUIREMENTS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61872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Design Principles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38074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[Nguyên tắc thiết kế — simplicity, mobile-first, accessibility]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77440"/>
            <a:ext cx="59436" cy="1261872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688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Components to Use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79806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[List Figma components cần dùng — Button/Input/Card/Modal]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94760"/>
            <a:ext cx="59436" cy="1261872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886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Components to Create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21538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[Components mới cần designer tạo với spec cụ thể]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521208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5212080"/>
            <a:ext cx="59436" cy="1261872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3035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Responsive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563270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[Mobile: 375px | Tablet: 768px | Desktop: 1440px]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10  📊  ANALYTICS &amp; TRACKING PLAN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PRD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11521440" cy="292608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  <a:gridCol w="393192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Name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Trigger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Properties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[feature]_viewed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Khi screen load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user_id, session_id, source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Mixpanel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[feature]_started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Khi user bắt đầu flow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user_id, feature_variant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Mixpanel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[feature]_completed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Khi user hoàn thành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user_id, duration_ms, variant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Mixpanel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[feature]_error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Khi có lỗi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user_id, error_code, step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Mixpanel + Sentry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[feature]_abandoned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Khi user drop-off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user_id, step_reached, duration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Mixpanel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977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A/B TEST PLAN (nếu có)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4315968"/>
            <a:ext cx="3749040" cy="2286000"/>
          </a:xfrm>
          <a:prstGeom prst="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4315968"/>
            <a:ext cx="59436" cy="228600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407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Variant A (Control)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7548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[Baseline — hiện tại]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6035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50% traffic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251960" y="4315968"/>
            <a:ext cx="3749040" cy="2286000"/>
          </a:xfrm>
          <a:prstGeom prst="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51960" y="4315968"/>
            <a:ext cx="59436" cy="228600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5" name="Text 12"/>
          <p:cNvSpPr/>
          <p:nvPr/>
        </p:nvSpPr>
        <p:spPr>
          <a:xfrm>
            <a:off x="4434840" y="4407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Variant B (Test)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34840" y="47548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[Thay đổi cần test]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434840" y="6035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50% traffic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138160" y="4315968"/>
            <a:ext cx="3749040" cy="2286000"/>
          </a:xfrm>
          <a:prstGeom prst="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38160" y="4315968"/>
            <a:ext cx="59436" cy="228600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7"/>
          <p:cNvSpPr/>
          <p:nvPr/>
        </p:nvSpPr>
        <p:spPr>
          <a:xfrm>
            <a:off x="8321040" y="4407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Success Criteria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21040" y="47548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[Variant B tốt hơn nếu: primary metric &gt; X%]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321040" y="6035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Min 2 tuần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11  ⚙️  NON-FUNCTIONAL REQUIREMENTS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760720" cy="2514600"/>
          </a:xfrm>
          <a:prstGeom prst="rect">
            <a:avLst>
              <a:gd name="adj" fmla="val 254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760720" cy="594360"/>
          </a:xfrm>
          <a:prstGeom prst="rect">
            <a:avLst>
              <a:gd name="adj" fmla="val 107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API response P95 &lt; 500ms · Page load &lt; 3s trên 4G · 99.9% uptime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960120"/>
            <a:ext cx="5760720" cy="2514600"/>
          </a:xfrm>
          <a:prstGeom prst="rect">
            <a:avLst>
              <a:gd name="adj" fmla="val 254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960120"/>
            <a:ext cx="5760720" cy="594360"/>
          </a:xfrm>
          <a:prstGeom prst="rect">
            <a:avLst>
              <a:gd name="adj" fmla="val 107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0332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Security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673352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JWT auth · HTTPS only · Input sanitization · Rate limiting: 100 req/min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5760720" cy="2514600"/>
          </a:xfrm>
          <a:prstGeom prst="rect">
            <a:avLst>
              <a:gd name="adj" fmla="val 254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5760720" cy="594360"/>
          </a:xfrm>
          <a:prstGeom prst="rect">
            <a:avLst>
              <a:gd name="adj" fmla="val 107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764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📱 Compatibility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416552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iOS 14+ · Android 10+ · Chrome/Safari/Firefox/Edge latest-2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3703320"/>
            <a:ext cx="5760720" cy="2514600"/>
          </a:xfrm>
          <a:prstGeom prst="rect">
            <a:avLst>
              <a:gd name="adj" fmla="val 254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703320"/>
            <a:ext cx="5760720" cy="594360"/>
          </a:xfrm>
          <a:prstGeom prst="rect">
            <a:avLst>
              <a:gd name="adj" fmla="val 107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7764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♿ Accessibility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4416552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WCAG 2.1 AA · Color contrast ≥ 4.5:1 · Touch targets ≥ 44px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12  ❓  OPEN QUESTIONS &amp; DEPENDENCIES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OPEN QUESTIONS — cần resolve trước khi dev bắt đầu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143000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59436" cy="868680"/>
          </a:xfrm>
          <a:prstGeom prst="rect">
            <a:avLst>
              <a:gd name="adj" fmla="val 92308"/>
            </a:avLst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80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Q1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2618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[Câu hỏi chưa được quyết định]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Owner: [Owner Name]  ·  Due: [Due Date]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0" y="1371600"/>
            <a:ext cx="2011680" cy="384048"/>
          </a:xfrm>
          <a:prstGeom prst="rect">
            <a:avLst>
              <a:gd name="adj" fmla="val 23810"/>
            </a:avLst>
          </a:prstGeom>
          <a:solidFill>
            <a:srgbClr val="3D10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Open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76272"/>
            <a:ext cx="1143000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76272"/>
            <a:ext cx="59436" cy="868680"/>
          </a:xfrm>
          <a:prstGeom prst="rect">
            <a:avLst>
              <a:gd name="adj" fmla="val 92308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Q2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26771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[Câu hỏi về tech approach]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2651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Owner: [Tech Lead]  ·  Due: [Due Date]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601200" y="2377440"/>
            <a:ext cx="2011680" cy="384048"/>
          </a:xfrm>
          <a:prstGeom prst="rect">
            <a:avLst>
              <a:gd name="adj" fmla="val 23810"/>
            </a:avLst>
          </a:prstGeom>
          <a:solidFill>
            <a:srgbClr val="3D10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0" y="2377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Open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182112"/>
            <a:ext cx="1143000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182112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Q3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32735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[Câu hỏi về business rule]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Owner: [PO Name]  ·  Due: [Due Date]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601200" y="3383280"/>
            <a:ext cx="2011680" cy="384048"/>
          </a:xfrm>
          <a:prstGeom prst="rect">
            <a:avLst>
              <a:gd name="adj" fmla="val 23810"/>
            </a:avLst>
          </a:prstGeom>
          <a:solidFill>
            <a:srgbClr val="0A3D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3383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Resolved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2245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FEATURE DEPENDENCIES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553712"/>
            <a:ext cx="5760720" cy="1993392"/>
          </a:xfrm>
          <a:prstGeom prst="rect">
            <a:avLst>
              <a:gd name="adj" fmla="val 3211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553712"/>
            <a:ext cx="59436" cy="1993392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46360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⬆️ Phụ thuộc bởi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4992624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[Feature/System cần hoàn thành trước feature này]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4553712"/>
            <a:ext cx="5760720" cy="1993392"/>
          </a:xfrm>
          <a:prstGeom prst="rect">
            <a:avLst>
              <a:gd name="adj" fmla="val 3211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4553712"/>
            <a:ext cx="59436" cy="1993392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35" name="Text 33"/>
          <p:cNvSpPr/>
          <p:nvPr/>
        </p:nvSpPr>
        <p:spPr>
          <a:xfrm>
            <a:off x="6556248" y="46360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➡️ Phụ thuộc vào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56248" y="4992624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[Feature này cần gì từ team/system khác]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13  REVISION HISTORY &amp; SIGN-OFF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11430000" cy="201168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2286000"/>
                <a:gridCol w="5852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Author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Changes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8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v0.1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[Date]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[PO Name]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Initial draft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v0.2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[Date]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[PO Name]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Added Acceptance Criteria for US-001-004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v1.0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[Date]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[PO Name]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Final version — approved for development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246120"/>
            <a:ext cx="11430000" cy="731520"/>
          </a:xfrm>
          <a:prstGeom prst="rect">
            <a:avLst>
              <a:gd name="adj" fmla="val 7500"/>
            </a:avLst>
          </a:prstGeom>
          <a:solidFill>
            <a:srgbClr val="1A256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355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UI/UX Designer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383280" y="33558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Đã review, design đúng requirements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961120" y="3355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[Designer Name]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5760" y="4087368"/>
            <a:ext cx="11430000" cy="731520"/>
          </a:xfrm>
          <a:prstGeom prst="rect">
            <a:avLst>
              <a:gd name="adj" fmla="val 7500"/>
            </a:avLst>
          </a:prstGeom>
          <a:solidFill>
            <a:srgbClr val="1A256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197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Tech Lead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83280" y="41970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Technically feasible, no blockers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961120" y="4197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[Tech Lead Name]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4928616"/>
            <a:ext cx="11430000" cy="731520"/>
          </a:xfrm>
          <a:prstGeom prst="rect">
            <a:avLst>
              <a:gd name="adj" fmla="val 7500"/>
            </a:avLst>
          </a:prstGeom>
          <a:solidFill>
            <a:srgbClr val="1A256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50383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QA Lead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83280" y="503834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Test plan sẵn sàng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961120" y="50383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[QA Lead Name]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5769864"/>
            <a:ext cx="11430000" cy="731520"/>
          </a:xfrm>
          <a:prstGeom prst="rect">
            <a:avLst>
              <a:gd name="adj" fmla="val 7500"/>
            </a:avLst>
          </a:prstGeom>
          <a:solidFill>
            <a:srgbClr val="1A256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5879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Product Owner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383280" y="5879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Approved for Sprint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961120" y="5879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[PO Name]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2026-03-15T06:53:13Z</dcterms:created>
  <dcterms:modified xsi:type="dcterms:W3CDTF">2026-03-15T06:53:13Z</dcterms:modified>
</cp:coreProperties>
</file>